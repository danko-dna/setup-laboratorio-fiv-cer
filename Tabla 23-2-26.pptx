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6-02-22 a la(s) 09.2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5513"/>
            <a:ext cx="9144001" cy="3772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