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Captura de pantalla 2026-02-24 a la(s) 08.17.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6600" y="152400"/>
            <a:ext cx="6090782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