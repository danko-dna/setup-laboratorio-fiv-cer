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" name="Google Shape;54;p13" title="Captura de pantalla 2026-02-20 a la(s) 09.47.42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004800"/>
            <a:ext cx="8839200" cy="313389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