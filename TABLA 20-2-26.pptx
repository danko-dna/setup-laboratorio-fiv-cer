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aptura de pantalla 2026-02-20 a la(s) 08.05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238" y="152400"/>
            <a:ext cx="6901516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