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aptura de pantalla 2026-02-19 a la(s) 08.28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50" y="152400"/>
            <a:ext cx="805409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